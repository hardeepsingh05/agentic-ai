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Tata Nexon EV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Starts at ~₹12.49 lakh vs ~₹14.1 lakh for MG Windsor 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Broader Tata service footprint and stronger EV ecosystem in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Adequate Bengaluru charging support; Windsor only leads on space (604L boot)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320040" rtlCol="0" anchor="ctr"/>
          <a:lstStyle/>
          <a:p>
            <a:pPr algn="ctr"/>
            <a:r>
              <a:rPr sz="1600" b="1">
                <a:solidFill>
                  <a:srgbClr val="0A2540"/>
                </a:solidFill>
              </a:rPr>
              <a:t>Recommend Tata Nexon EV for the 100-car Bangalore sales fleet; MG Windsor EV is the runner-up if cabin and boot space are the top priority.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Hardeep</cp:lastModifiedBy>
  <cp:revision>1</cp:revision>
  <dcterms:created xsi:type="dcterms:W3CDTF">2013-01-27T09:14:16Z</dcterms:created>
  <dcterms:modified xsi:type="dcterms:W3CDTF">2026-09-10T20:59:48Z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ffedc7-8dd7-4346-b906-eaa072ee5258_Enabled">
    <vt:lpwstr>true</vt:lpwstr>
  </property>
  <property fmtid="{D5CDD505-2E9C-101B-9397-08002B2CF9AE}" pid="3" name="MSIP_Label_16ffedc7-8dd7-4346-b906-eaa072ee5258_SetDate">
    <vt:lpwstr>2026-09-10T20:59:41Z</vt:lpwstr>
  </property>
  <property fmtid="{D5CDD505-2E9C-101B-9397-08002B2CF9AE}" pid="4" name="MSIP_Label_16ffedc7-8dd7-4346-b906-eaa072ee5258_Method">
    <vt:lpwstr>Standard</vt:lpwstr>
  </property>
  <property fmtid="{D5CDD505-2E9C-101B-9397-08002B2CF9AE}" pid="5" name="MSIP_Label_16ffedc7-8dd7-4346-b906-eaa072ee5258_Name">
    <vt:lpwstr>Corporate</vt:lpwstr>
  </property>
  <property fmtid="{D5CDD505-2E9C-101B-9397-08002B2CF9AE}" pid="6" name="MSIP_Label_16ffedc7-8dd7-4346-b906-eaa072ee5258_SiteId">
    <vt:lpwstr>287e9f0e-91ec-4cf0-b7a4-c63898072181</vt:lpwstr>
  </property>
  <property fmtid="{D5CDD505-2E9C-101B-9397-08002B2CF9AE}" pid="7" name="MSIP_Label_16ffedc7-8dd7-4346-b906-eaa072ee5258_ActionId">
    <vt:lpwstr>fcc08b7b-2863-4d6e-930e-ae1bc8edbbde</vt:lpwstr>
  </property>
  <property fmtid="{D5CDD505-2E9C-101B-9397-08002B2CF9AE}" pid="8" name="MSIP_Label_16ffedc7-8dd7-4346-b906-eaa072ee5258_ContentBits">
    <vt:lpwstr>1</vt:lpwstr>
  </property>
</Properties>
</file>